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rowded"/>
          <p:cNvSpPr txBox="1"/>
          <p:nvPr/>
        </p:nvSpPr>
        <p:spPr>
          <a:xfrm>
            <a:off x="762000" y="762000"/>
            <a:ext cx="3810000" cy="5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/>
              <a:t>First line</a:t>
            </a:r>
          </a:p>
          <a:p>
            <a:r>
              <a:rPr sz="2800"/>
              <a:t>Second line</a:t>
            </a:r>
          </a:p>
          <a:p>
            <a:r>
              <a:rPr sz="2800"/>
              <a:t>Third line</a:t>
            </a:r>
          </a:p>
          <a:p>
            <a:r>
              <a:rPr sz="2800"/>
              <a:t>Fourth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2026-10-17T00:00:00Z</dcterms:created>
  <dcterms:modified xsi:type="dcterms:W3CDTF">2026-10-17T00:00:00Z</dcterms:modified>
  <cp:category/>
</cp:coreProperties>
</file>